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学期成绩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第1周</c:v>
                  </c:pt>
                  <c:pt idx="1">
                    <c:v>第4周</c:v>
                  </c:pt>
                  <c:pt idx="2">
                    <c:v>第8周</c:v>
                  </c:pt>
                  <c:pt idx="3">
                    <c:v>第12周</c:v>
                  </c:pt>
                  <c:pt idx="4">
                    <c:v>第16周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82</c:v>
                </c:pt>
                <c:pt idx="2">
                  <c:v>85</c:v>
                </c:pt>
                <c:pt idx="3">
                  <c:v>88</c:v>
                </c:pt>
                <c:pt idx="4">
                  <c:v>91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运动量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周一</c:v>
                  </c:pt>
                  <c:pt idx="1">
                    <c:v>周二</c:v>
                  </c:pt>
                  <c:pt idx="2">
                    <c:v>周三</c:v>
                  </c:pt>
                  <c:pt idx="3">
                    <c:v>周四</c:v>
                  </c:pt>
                  <c:pt idx="4">
                    <c:v>周五</c:v>
                  </c:pt>
                  <c:pt idx="5">
                    <c:v>周六</c:v>
                  </c:pt>
                  <c:pt idx="6">
                    <c:v>周日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3.2</c:v>
                </c:pt>
                <c:pt idx="1">
                  <c:v>5</c:v>
                </c:pt>
                <c:pt idx="2">
                  <c:v>2.5</c:v>
                </c:pt>
                <c:pt idx="3">
                  <c:v>6</c:v>
                </c:pt>
                <c:pt idx="4">
                  <c:v>4.5</c:v>
                </c:pt>
                <c:pt idx="5">
                  <c:v>8</c:v>
                </c:pt>
                <c:pt idx="6">
                  <c:v>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xzitAPP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校园一站式 AI Agent 应用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华为开发者大赛 · CodeArts 创新挑战赛 · 徐州工程学院站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参赛团队：GaoYang522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公网地址：https://www.lyyrealm.xyz/login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年 10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赛题背景与项目定位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编程智能体正在重塑应用开发方式 —— 用自然语言对话即可完成需求理解、代码编写、调试部署。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赛题要求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基于华为云码道 CodeArts 开发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交付可运行、可演示的 AI Agent 应用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核心场景真实可用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留存码道使用痕迹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544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45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我们的方向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0116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校园学习 + 生活服务场景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多 Agent 协作架构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已部署上线，真实用户可用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移动端适配（Android APK）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xzitAPP 是一款面向大学生的校园一站式 Web 应用，将学业管理、健康追踪、生活工具、AI 智能助手整合到统一界面，通过多 Agent 架构提供专业化 AI 对话服务，帮助学生高效规划校园生活。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智能助手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多子 Agent 路由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文件上传解析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对话历史记忆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05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学业管理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371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课程表 PDF 导入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作业优先级排序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成绩趋势图表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健康管理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运动多单位记录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心情压力关联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趋势可视化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926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2918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番茄钟专注计时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数据导出导入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ECharts 图表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个功能页面 · 477 个单元测试 · 100% 通过率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架构 — 多子 Agent 路由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主 Agent 根据用户意图自动路由到专业子 Agent，每个子 Agent 拥有专属提示词与引导话语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5087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学业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课程/作业/成绩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21408" y="137160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0048" y="15087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2167128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 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67128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运动/心情/睡眠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5616" y="137160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4256" y="1508760"/>
            <a:ext cx="411480" cy="4114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3831336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社交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31336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社团/活动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9824" y="137160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98464" y="150876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495544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95544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番茄钟/工具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14032" y="137160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62672" y="15087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7159752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通用聊天 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59752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默认兜底路由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8229600" cy="1737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063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加分项：多 Agent 协作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主 Agent 自动识别用户意图并路由到对应子 Agent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每个子 Agent 接收应用数据上下文（课表、作业、成绩等）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对话历史传入 LLM，实现连续对话与上下文记忆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通用聊天 Agent 作为默认兜底，确保所有问题都有响应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文件上传与智能解析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对话界面支持文件上传，系统自动解析内容并传入 AI 上下文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 PNG/JPG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Tesseract.js OCR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中英文识别，自动回退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13716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137160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2679192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文档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79192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pdfjs-dist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9192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文本提取 + 课表解析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3716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371600"/>
            <a:ext cx="19202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764024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.docx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64024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mammoth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4024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纯文本内容提取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11696" y="13716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11696" y="137160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48856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纯文本 .txt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48856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直接读取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48856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UTF-8 编码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课表智能解析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上传 PDF 课表文件 → 自动解析课程名称、时间、地点 → 结构化导入课表，无需手动逐条录入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学业管理 — 课程 · 作业 · 成绩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课程表管理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手动添加/编辑/删除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课表一键导入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按周/按天视图展示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1440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05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作业管理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3716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优先级从高到低排序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截止日期临近提醒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关联课程分类管理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05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成绩与 GPA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13716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记录成绩与学分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自动计算加权 GPA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ECharts 趋势折线图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数据可视化示例</a:t>
            </a:r>
            <a:endParaRPr lang="en-US" sz="16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40080" y="3429000"/>
          <a:ext cx="786384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健康管理 — 运动 · 心情 · 可视化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运动记录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支持多种单位：km / m / 次 / 个 / 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同一天同一类型运动时间自动合并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ECharts 柱状图按单位分组统计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54864" cy="16459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05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心情记录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371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表情选择 + 压力值自动关联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心情好 = 低压力（心情 n → 压力 6-n）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ECharts 折线图展示心情/压力趋势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运动统计（近 7 天）</a:t>
            </a:r>
            <a:endParaRPr lang="en-US" sz="16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40080" y="3246120"/>
          <a:ext cx="78638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工具集与云同步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番茄钟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 分钟专注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分钟休息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自定义时长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专注统计图表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1440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05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数据导出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3716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JSON 格式导出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Word 文档导出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格式导出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一键导入恢复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54864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05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云同步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13716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LeanCloud REST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数据云端备份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跨设备同步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一键恢复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加分项：部署上线 + 移动端适配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Vercel 部署上线，公网可访问：https://www.lyyrealm.xyz/login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Capacitor 打包 Android APK，一套代码多端运行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响应式布局，桌面顶部导航 + 移动底部导航自动切换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纯前端架构，数据存储于浏览器 localStorage，支持多用户隔离与可选云同步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Vue 3.5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Vite 6.0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Pinia 2.2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Tailwind CSS 3.4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12801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42032" y="128016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2679192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与解析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24912" y="178308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DeepSeek LLM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Tesseract.js OCR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pdfjs-dist PDF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mammoth Word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2801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28016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64024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9744" y="178308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ECharts 6.1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lucide 图标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marked Markdown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11696" y="12801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11696" y="128016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848856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94576" y="178308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Capacitor 8.5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Vitest 3.0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LeanCloud 同步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Vercel 部署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架构亮点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多用户数据隔离：每个用户独立 localStorage 命名空间 + SHA-256 密码哈希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路由守卫：未登录自动跳转登录页，已登录访问登录页跳转首页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Worker 延迟初始化：兼容 Android WebView 环境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码道 CodeArts 开发实践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核心开发全程使用华为云码道 CodeArts 编程智能体，AI 对话式开发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需求对话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371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通过自然语言对话描述需求，码道自动理解并生成代码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码道自动编写 Vue 组件、Pinia Store、工具函数等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调试修复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2926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Bug 描述后码道定位问题并给出修复方案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测试验证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3703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码道编写单元测试，477 个测试 100% 通过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留存完整 AI 对话记录与开发录屏，满足赛事使用痕迹提交要求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项目亮点与加分项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协作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个专业子 Agent + 主路由 Agent，智能分发用户意图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Vercel 公网部署，真实用户可访问验证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91440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移动端适配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8076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Capacitor 打包 Android APK，响应式布局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743200"/>
            <a:ext cx="256032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对话历史传入 LLM，支持连续上下文对话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7432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权限管理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3756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多用户注册 + 密码哈希 + 路由守卫 + 数据隔离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274320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0" y="2743200"/>
            <a:ext cx="2560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真实痛点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08076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校园学习、健康管理、生活服务全覆盖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80760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创意与完成度并重 — 小而美的校园 AI Agent 作品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评分维度对标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初赛评分标准（100分）与项目对标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功能完成度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12344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2344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大功能模块全部完成，477 测试通过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92808"/>
            <a:ext cx="54864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928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智能水平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18928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8928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子 Agent 路由 + 上下文记忆 + 文件解析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51176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51176"/>
            <a:ext cx="54864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511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场景价值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1760" y="255117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25511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校园学习/健康/生活真实痛点全覆盖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09544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095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码道深度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51760" y="320954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32095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全程码道开发，留存完整使用痕迹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67912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67912"/>
            <a:ext cx="54864" cy="56692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679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创意与材料规范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51760" y="38679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38679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多端适配 + 部署上线 + 完整文档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用码道把想法跑成作品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xzitAPP — 校园一站式 AI Agent 应用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公网访问：https://www.lyyrealm.xyz/login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xzitAPP - 校园一站式AI Agent应用</dc:title>
  <dc:subject>PptxGenJS Presentation</dc:subject>
  <dc:creator>GaoYang522</dc:creator>
  <cp:lastModifiedBy>GaoYang522</cp:lastModifiedBy>
  <cp:revision>1</cp:revision>
  <dcterms:created xsi:type="dcterms:W3CDTF">2026-10-26T13:34:05Z</dcterms:created>
  <dcterms:modified xsi:type="dcterms:W3CDTF">2026-10-26T13:34:05Z</dcterms:modified>
</cp:coreProperties>
</file>